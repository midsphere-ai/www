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3c8f98a61764d85" /><Relationship Type="http://schemas.openxmlformats.org/package/2006/relationships/metadata/core-properties" Target="/docProps/core.xml" Id="R084c1f6a888e47e8" /><Relationship Type="http://schemas.openxmlformats.org/officeDocument/2006/relationships/extended-properties" Target="/docProps/app.xml" Id="R828e3d75d3e544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4c7089c7ad64ff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2.xml" Id="R54c7089c7ad64ffd" 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whole pitch in one line. The feature you sketched this morning ships by afternoon, not in six months.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92d1cdf2a43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e6a380f7c47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d6e3333f84b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5b3a6c91e4f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6e01f90ee4be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1a0c8ca253144f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86f5d74f7424c" /><Relationship Type="http://schemas.openxmlformats.org/officeDocument/2006/relationships/notesSlide" Target="/ppt/notesSlides/notesSlide2.xml" Id="Rd2433e3ba02b48f3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" name="Eyebrow"/>
          <p:cNvSpPr txBox="1"/>
          <p:nvPr/>
        </p:nvSpPr>
        <p:spPr>
          <a:xfrm xmlns:a="http://schemas.openxmlformats.org/drawingml/2006/main">
            <a:off x="720000" y="648000"/>
            <a:ext cx="1075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6B6B6B"/>
                </a:solidFill>
                <a:latin typeface="JetBrains Mono"/>
                <a:ea typeface="JetBrains Mono"/>
              </a:rPr>
              <a:t>the autonomous agent platform</a:t>
            </a:r>
          </a:p>
        </p:txBody>
      </p:sp>
      <p:sp>
        <p:nvSpPr>
          <p:cNvPr id="10008" name="H1Line1"/>
          <p:cNvSpPr txBox="1"/>
          <p:nvPr/>
        </p:nvSpPr>
        <p:spPr>
          <a:xfrm xmlns:a="http://schemas.openxmlformats.org/drawingml/2006/main">
            <a:off x="720000" y="1944000"/>
            <a:ext cx="107532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111111"/>
                </a:solidFill>
                <a:latin typeface="Google Sans Flex"/>
                <a:ea typeface="Google Sans Flex"/>
              </a:rPr>
              <a:t>Ship the AI feature</a:t>
            </a:r>
          </a:p>
        </p:txBody>
      </p:sp>
      <p:sp>
        <p:nvSpPr>
          <p:cNvPr id="10009" name="H1Line2"/>
          <p:cNvSpPr txBox="1"/>
          <p:nvPr/>
        </p:nvSpPr>
        <p:spPr>
          <a:xfrm xmlns:a="http://schemas.openxmlformats.org/drawingml/2006/main">
            <a:off x="720000" y="2916000"/>
            <a:ext cx="107532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111111"/>
                </a:solidFill>
                <a:latin typeface="Google Sans Flex"/>
                <a:ea typeface="Google Sans Flex"/>
              </a:rPr>
              <a:t>you sketched this morning.</a:t>
            </a:r>
          </a:p>
        </p:txBody>
      </p:sp>
      <p:sp>
        <p:nvSpPr>
          <p:cNvPr id="10010" name="HLBar"/>
          <p:cNvSpPr/>
          <p:nvPr/>
        </p:nvSpPr>
        <p:spPr>
          <a:xfrm xmlns:a="http://schemas.openxmlformats.org/drawingml/2006/main">
            <a:off x="3564000" y="4572000"/>
            <a:ext cx="50652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2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1" name="Subtitle"/>
          <p:cNvSpPr txBox="1"/>
          <p:nvPr/>
        </p:nvSpPr>
        <p:spPr>
          <a:xfrm xmlns:a="http://schemas.openxmlformats.org/drawingml/2006/main">
            <a:off x="720000" y="4212000"/>
            <a:ext cx="107532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>
                <a:solidFill>
                  <a:srgbClr val="111111"/>
                </a:solidFill>
                <a:latin typeface="Fuzzy Bubbles"/>
                <a:ea typeface="Fuzzy Bubbles"/>
              </a:rPr>
              <a:t>in an afternoon.</a:t>
            </a:r>
          </a:p>
        </p:txBody>
      </p:sp>
      <p:sp>
        <p:nvSpPr>
          <p:cNvPr id="10012" name="BrandMark"/>
          <p:cNvSpPr txBox="1"/>
          <p:nvPr/>
        </p:nvSpPr>
        <p:spPr>
          <a:xfrm xmlns:a="http://schemas.openxmlformats.org/drawingml/2006/main">
            <a:off x="720000" y="6192000"/>
            <a:ext cx="107532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111111"/>
                </a:solidFill>
                <a:latin typeface="Google Sans Flex"/>
                <a:ea typeface="Google Sans Flex"/>
              </a:rPr>
              <a:t>midsphere</a:t>
            </a:r>
          </a:p>
        </p:txBody>
      </p:sp>
      <p:sp>
        <p:nvSpPr>
          <p:cNvPr id="10013" name="BrandDot"/>
          <p:cNvSpPr/>
          <p:nvPr/>
        </p:nvSpPr>
        <p:spPr>
          <a:xfrm xmlns:a="http://schemas.openxmlformats.org/drawingml/2006/main">
            <a:off x="7002000" y="6285600"/>
            <a:ext cx="79200" cy="7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2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2026-05-21T08:23:24Z</dcterms:created>
  <cp:lastModifiedBy>OfficeCLI</cp:lastModifiedBy>
  <dcterms:modified xsi:type="dcterms:W3CDTF">2026-05-21T08:23:24Z</dcterms:modified>
</cp:coreProperties>
</file>